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Phishing Awareness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Cyber Security Internship – Task </a:t>
            </a:r>
            <a:r>
              <a:rPr lang="en-US" dirty="0" smtClean="0"/>
              <a:t>2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48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1652789"/>
          </a:xfrm>
        </p:spPr>
        <p:txBody>
          <a:bodyPr/>
          <a:lstStyle/>
          <a:p>
            <a:r>
              <a:rPr lang="en-US" dirty="0"/>
              <a:t>Phishing is a cyber attack where attackers try to steal personal information like passwords, bank details, or OTPs by pretending to be trusted sources.</a:t>
            </a:r>
          </a:p>
        </p:txBody>
      </p:sp>
    </p:spTree>
    <p:extLst>
      <p:ext uri="{BB962C8B-B14F-4D97-AF65-F5344CB8AC3E}">
        <p14:creationId xmlns:p14="http://schemas.microsoft.com/office/powerpoint/2010/main" val="3905753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Phishing </a:t>
            </a:r>
            <a:r>
              <a:rPr lang="en-US" dirty="0" smtClean="0"/>
              <a:t>Works?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2180823"/>
          </a:xfrm>
        </p:spPr>
        <p:txBody>
          <a:bodyPr/>
          <a:lstStyle/>
          <a:p>
            <a:r>
              <a:rPr lang="en-US" dirty="0"/>
              <a:t>- Fake emails or messages are sent to </a:t>
            </a:r>
            <a:r>
              <a:rPr lang="en-US" dirty="0" smtClean="0"/>
              <a:t>users</a:t>
            </a:r>
          </a:p>
          <a:p>
            <a:r>
              <a:rPr lang="en-US" dirty="0" smtClean="0"/>
              <a:t>  </a:t>
            </a:r>
            <a:r>
              <a:rPr lang="en-US" dirty="0"/>
              <a:t>- Attackers create fake websites that look </a:t>
            </a:r>
            <a:r>
              <a:rPr lang="en-US" dirty="0" smtClean="0"/>
              <a:t>real</a:t>
            </a:r>
          </a:p>
          <a:p>
            <a:r>
              <a:rPr lang="en-US" dirty="0" smtClean="0"/>
              <a:t>  </a:t>
            </a:r>
            <a:r>
              <a:rPr lang="en-US" dirty="0"/>
              <a:t>- Users are tricked into clicking malicious </a:t>
            </a:r>
            <a:r>
              <a:rPr lang="en-US" dirty="0" smtClean="0"/>
              <a:t>links</a:t>
            </a:r>
          </a:p>
          <a:p>
            <a:r>
              <a:rPr lang="en-US" dirty="0" smtClean="0"/>
              <a:t>  </a:t>
            </a:r>
            <a:r>
              <a:rPr lang="en-US" dirty="0"/>
              <a:t>- Personal information like passwords or OTPs is stolen</a:t>
            </a:r>
          </a:p>
        </p:txBody>
      </p:sp>
    </p:spTree>
    <p:extLst>
      <p:ext uri="{BB962C8B-B14F-4D97-AF65-F5344CB8AC3E}">
        <p14:creationId xmlns:p14="http://schemas.microsoft.com/office/powerpoint/2010/main" val="4025747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2155065"/>
          </a:xfrm>
        </p:spPr>
        <p:txBody>
          <a:bodyPr/>
          <a:lstStyle/>
          <a:p>
            <a:r>
              <a:rPr lang="en-US" dirty="0"/>
              <a:t>- Email Phishing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- SMS Phishing (</a:t>
            </a:r>
            <a:r>
              <a:rPr lang="en-US" dirty="0" err="1"/>
              <a:t>Smishing</a:t>
            </a:r>
            <a:r>
              <a:rPr lang="en-US" dirty="0" smtClean="0"/>
              <a:t>)</a:t>
            </a:r>
          </a:p>
          <a:p>
            <a:r>
              <a:rPr lang="en-US" dirty="0" smtClean="0"/>
              <a:t>  </a:t>
            </a:r>
            <a:r>
              <a:rPr lang="en-US" dirty="0"/>
              <a:t>- Voice Phishing (Vishing</a:t>
            </a:r>
            <a:r>
              <a:rPr lang="en-US" dirty="0" smtClean="0"/>
              <a:t>)</a:t>
            </a:r>
          </a:p>
          <a:p>
            <a:r>
              <a:rPr lang="en-US" dirty="0" smtClean="0"/>
              <a:t>  </a:t>
            </a:r>
            <a:r>
              <a:rPr lang="en-US" dirty="0"/>
              <a:t>- Fake Websites</a:t>
            </a:r>
          </a:p>
        </p:txBody>
      </p:sp>
    </p:spTree>
    <p:extLst>
      <p:ext uri="{BB962C8B-B14F-4D97-AF65-F5344CB8AC3E}">
        <p14:creationId xmlns:p14="http://schemas.microsoft.com/office/powerpoint/2010/main" val="3860136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Identify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3141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- Unknown or strange email address  </a:t>
            </a:r>
          </a:p>
          <a:p>
            <a:r>
              <a:rPr lang="en-US" dirty="0"/>
              <a:t>- Urgent messages like "Your account will be blocked"  </a:t>
            </a:r>
          </a:p>
          <a:p>
            <a:r>
              <a:rPr lang="en-US" dirty="0"/>
              <a:t>- Suspicious links  </a:t>
            </a:r>
          </a:p>
          <a:p>
            <a:r>
              <a:rPr lang="en-US" dirty="0"/>
              <a:t>- Spelling and grammar mistakes  </a:t>
            </a:r>
          </a:p>
          <a:p>
            <a:r>
              <a:rPr lang="en-US" dirty="0"/>
              <a:t>- Requests for passwords or OTP</a:t>
            </a:r>
          </a:p>
        </p:txBody>
      </p:sp>
    </p:spTree>
    <p:extLst>
      <p:ext uri="{BB962C8B-B14F-4D97-AF65-F5344CB8AC3E}">
        <p14:creationId xmlns:p14="http://schemas.microsoft.com/office/powerpoint/2010/main" val="1377534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Engineering Tricks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b="1" dirty="0"/>
              <a:t>Attackers manipulate human psychology</a:t>
            </a:r>
            <a:r>
              <a:rPr lang="en-US" b="1" dirty="0" smtClean="0"/>
              <a:t>:</a:t>
            </a:r>
            <a:endParaRPr lang="en-US" b="1" dirty="0"/>
          </a:p>
          <a:p>
            <a:r>
              <a:rPr lang="en-US" dirty="0"/>
              <a:t>- Fear (account will be blocked)  </a:t>
            </a:r>
          </a:p>
          <a:p>
            <a:r>
              <a:rPr lang="en-US" dirty="0"/>
              <a:t>- Urgency (act immediately)  </a:t>
            </a:r>
          </a:p>
          <a:p>
            <a:r>
              <a:rPr lang="en-US" dirty="0"/>
              <a:t>- Fake authority (bank or government impersonation)</a:t>
            </a:r>
          </a:p>
        </p:txBody>
      </p:sp>
    </p:spTree>
    <p:extLst>
      <p:ext uri="{BB962C8B-B14F-4D97-AF65-F5344CB8AC3E}">
        <p14:creationId xmlns:p14="http://schemas.microsoft.com/office/powerpoint/2010/main" val="2970414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"You receive an email saying:</a:t>
            </a:r>
          </a:p>
          <a:p>
            <a:r>
              <a:rPr lang="en-US" dirty="0"/>
              <a:t>Your bank account is locked. Click here to verify."</a:t>
            </a:r>
          </a:p>
          <a:p>
            <a:endParaRPr lang="en-US" dirty="0"/>
          </a:p>
          <a:p>
            <a:r>
              <a:rPr lang="en-US" dirty="0"/>
              <a:t>This is a phishing attempt designed to steal your credentials.</a:t>
            </a:r>
          </a:p>
        </p:txBody>
      </p:sp>
    </p:spTree>
    <p:extLst>
      <p:ext uri="{BB962C8B-B14F-4D97-AF65-F5344CB8AC3E}">
        <p14:creationId xmlns:p14="http://schemas.microsoft.com/office/powerpoint/2010/main" val="4060534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Stay Safe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- </a:t>
            </a:r>
            <a:r>
              <a:rPr lang="en-US" dirty="0"/>
              <a:t>Do not click unknown links  </a:t>
            </a:r>
          </a:p>
          <a:p>
            <a:r>
              <a:rPr lang="en-US" dirty="0"/>
              <a:t>- Always verify sender email  </a:t>
            </a:r>
          </a:p>
          <a:p>
            <a:r>
              <a:rPr lang="en-US" dirty="0"/>
              <a:t>- Enable 2-factor authentication  </a:t>
            </a:r>
          </a:p>
          <a:p>
            <a:r>
              <a:rPr lang="en-US" dirty="0"/>
              <a:t>- Never share OTP or passwords  </a:t>
            </a:r>
          </a:p>
          <a:p>
            <a:r>
              <a:rPr lang="en-US" dirty="0"/>
              <a:t>- Check website URL carefully</a:t>
            </a:r>
          </a:p>
        </p:txBody>
      </p:sp>
    </p:spTree>
    <p:extLst>
      <p:ext uri="{BB962C8B-B14F-4D97-AF65-F5344CB8AC3E}">
        <p14:creationId xmlns:p14="http://schemas.microsoft.com/office/powerpoint/2010/main" val="2088034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b="1" dirty="0"/>
              <a:t>Q1: Should you share OTP with anyone?  </a:t>
            </a:r>
          </a:p>
          <a:p>
            <a:r>
              <a:rPr lang="en-US" dirty="0"/>
              <a:t>A) Yes  </a:t>
            </a:r>
          </a:p>
          <a:p>
            <a:r>
              <a:rPr lang="en-US" dirty="0"/>
              <a:t>B) No ✔  </a:t>
            </a:r>
          </a:p>
          <a:p>
            <a:endParaRPr lang="en-US" dirty="0"/>
          </a:p>
          <a:p>
            <a:r>
              <a:rPr lang="en-US" b="1" dirty="0"/>
              <a:t>Q2: Phishing is a type of?  </a:t>
            </a:r>
          </a:p>
          <a:p>
            <a:r>
              <a:rPr lang="en-US" dirty="0"/>
              <a:t>A) Cyber Attack ✔  </a:t>
            </a:r>
          </a:p>
          <a:p>
            <a:r>
              <a:rPr lang="en-US" dirty="0"/>
              <a:t>B) Game  </a:t>
            </a:r>
          </a:p>
          <a:p>
            <a:endParaRPr lang="en-US" dirty="0"/>
          </a:p>
          <a:p>
            <a:r>
              <a:rPr lang="en-US" b="1" dirty="0"/>
              <a:t>Q3: Should you click unknown links?  </a:t>
            </a:r>
          </a:p>
          <a:p>
            <a:r>
              <a:rPr lang="en-US" dirty="0"/>
              <a:t>A) No ✔  </a:t>
            </a:r>
          </a:p>
          <a:p>
            <a:r>
              <a:rPr lang="en-US" dirty="0"/>
              <a:t>B) Yes</a:t>
            </a:r>
          </a:p>
        </p:txBody>
      </p:sp>
    </p:spTree>
    <p:extLst>
      <p:ext uri="{BB962C8B-B14F-4D97-AF65-F5344CB8AC3E}">
        <p14:creationId xmlns:p14="http://schemas.microsoft.com/office/powerpoint/2010/main" val="907560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Phishing is a serious cyber threat. Awareness and caution can protect your personal and financial data from attackers.</a:t>
            </a:r>
          </a:p>
        </p:txBody>
      </p:sp>
    </p:spTree>
    <p:extLst>
      <p:ext uri="{BB962C8B-B14F-4D97-AF65-F5344CB8AC3E}">
        <p14:creationId xmlns:p14="http://schemas.microsoft.com/office/powerpoint/2010/main" val="228069396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</TotalTime>
  <Words>302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Wisp</vt:lpstr>
      <vt:lpstr>Phishing Awareness Training</vt:lpstr>
      <vt:lpstr>What is Phishing?</vt:lpstr>
      <vt:lpstr>How Phishing Works?</vt:lpstr>
      <vt:lpstr>Types of Phishing</vt:lpstr>
      <vt:lpstr>How to Identify Phishing</vt:lpstr>
      <vt:lpstr>Social Engineering Tricks</vt:lpstr>
      <vt:lpstr>Real-World Example</vt:lpstr>
      <vt:lpstr>How to Stay Safe</vt:lpstr>
      <vt:lpstr>Quick Quiz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creator>Windows User</dc:creator>
  <cp:lastModifiedBy>Windows User</cp:lastModifiedBy>
  <cp:revision>2</cp:revision>
  <dcterms:created xsi:type="dcterms:W3CDTF">2026-06-09T08:05:03Z</dcterms:created>
  <dcterms:modified xsi:type="dcterms:W3CDTF">2026-06-09T08:19:29Z</dcterms:modified>
</cp:coreProperties>
</file>